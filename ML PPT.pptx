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6547" y="419875"/>
            <a:ext cx="7604450" cy="2827178"/>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MACHINE LEARNING</a:t>
            </a:r>
            <a:br>
              <a:rPr lang="en-US" sz="4000" b="1" dirty="0">
                <a:solidFill>
                  <a:srgbClr val="C00000"/>
                </a:solidFill>
                <a:latin typeface="+mn-lt"/>
              </a:rPr>
            </a:br>
            <a:r>
              <a:rPr lang="en-US" sz="4000" b="1" dirty="0">
                <a:solidFill>
                  <a:srgbClr val="C00000"/>
                </a:solidFill>
                <a:latin typeface="+mn-lt"/>
              </a:rPr>
              <a:t>(25SC2107E)</a:t>
            </a:r>
            <a:br>
              <a:rPr lang="en-US" sz="4000" b="1" dirty="0">
                <a:solidFill>
                  <a:srgbClr val="C00000"/>
                </a:solidFill>
                <a:latin typeface="+mn-lt"/>
              </a:rPr>
            </a:br>
            <a:br>
              <a:rPr lang="en-US" sz="4000" b="1" dirty="0">
                <a:solidFill>
                  <a:srgbClr val="C00000"/>
                </a:solidFill>
                <a:latin typeface="+mn-lt"/>
              </a:rPr>
            </a:br>
            <a:r>
              <a:rPr lang="en-IN" sz="2400" b="1" i="1" dirty="0">
                <a:solidFill>
                  <a:srgbClr val="C00000"/>
                </a:solidFill>
              </a:rPr>
              <a:t>Predictive </a:t>
            </a:r>
            <a:r>
              <a:rPr lang="en-IN" sz="2400" b="1" i="1" dirty="0" err="1">
                <a:solidFill>
                  <a:srgbClr val="C00000"/>
                </a:solidFill>
              </a:rPr>
              <a:t>Modeling</a:t>
            </a:r>
            <a:r>
              <a:rPr lang="en-IN" sz="2400" b="1" i="1" dirty="0">
                <a:solidFill>
                  <a:srgbClr val="C00000"/>
                </a:solidFill>
              </a:rPr>
              <a:t> of Sports Player Performance Using Ridge and Lasso Regularized Regression Techniques</a:t>
            </a:r>
            <a:br>
              <a:rPr lang="en-IN" dirty="0"/>
            </a:br>
            <a:endParaRPr lang="en-US" sz="4000" b="1" dirty="0">
              <a:solidFill>
                <a:srgbClr val="C00000"/>
              </a:solidFill>
              <a:latin typeface="+mn-lt"/>
            </a:endParaRPr>
          </a:p>
        </p:txBody>
      </p:sp>
      <p:sp>
        <p:nvSpPr>
          <p:cNvPr id="3" name="Subtitle 2"/>
          <p:cNvSpPr>
            <a:spLocks noGrp="1"/>
          </p:cNvSpPr>
          <p:nvPr>
            <p:ph type="subTitle" idx="1"/>
          </p:nvPr>
        </p:nvSpPr>
        <p:spPr>
          <a:xfrm>
            <a:off x="4270160" y="2855167"/>
            <a:ext cx="4640575" cy="2509935"/>
          </a:xfrm>
        </p:spPr>
        <p:txBody>
          <a:bodyPr/>
          <a:lstStyle/>
          <a:p>
            <a:r>
              <a:rPr lang="en-US" sz="2000" dirty="0">
                <a:solidFill>
                  <a:srgbClr val="0070C0"/>
                </a:solidFill>
              </a:rPr>
              <a:t>Team Members</a:t>
            </a:r>
          </a:p>
          <a:p>
            <a:r>
              <a:rPr lang="en-US" sz="2000" dirty="0">
                <a:solidFill>
                  <a:srgbClr val="0070C0"/>
                </a:solidFill>
              </a:rPr>
              <a:t>U.SHIVA REDDY-2520090172</a:t>
            </a:r>
          </a:p>
          <a:p>
            <a:r>
              <a:rPr lang="en-US" sz="2000" dirty="0">
                <a:solidFill>
                  <a:srgbClr val="0070C0"/>
                </a:solidFill>
              </a:rPr>
              <a:t>M.BHANU PRASAD-2520090130</a:t>
            </a:r>
          </a:p>
          <a:p>
            <a:r>
              <a:rPr lang="en-US" sz="2000" dirty="0">
                <a:solidFill>
                  <a:srgbClr val="0070C0"/>
                </a:solidFill>
              </a:rPr>
              <a:t>K.KRITHIK REDDY-2520090120</a:t>
            </a:r>
            <a:endParaRPr lang="en-US" sz="2000" dirty="0"/>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p>
          <a:p>
            <a:pPr marL="171450" algn="ctr">
              <a:lnSpc>
                <a:spcPct val="107000"/>
              </a:lnSpc>
              <a:spcAft>
                <a:spcPts val="800"/>
              </a:spcAft>
            </a:pPr>
            <a:r>
              <a:rPr lang="en-US" sz="1800"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DR.IVSL HARITHA</a:t>
            </a:r>
            <a:endParaRPr lang="en-IN" sz="1800" kern="100" dirty="0">
              <a:solidFill>
                <a:srgbClr val="000000"/>
              </a:solidFill>
              <a:latin typeface="Calibri" panose="020F0502020204030204" pitchFamily="34" charset="0"/>
              <a:ea typeface="Calibri" panose="020F0502020204030204" pitchFamily="34" charset="0"/>
              <a:cs typeface="Gautami" panose="020B0502040204020203" pitchFamily="34" charset="0"/>
            </a:endParaRPr>
          </a:p>
          <a:p>
            <a:pPr marL="171450" algn="ctr">
              <a:lnSpc>
                <a:spcPct val="107000"/>
              </a:lnSpc>
              <a:spcAft>
                <a:spcPts val="800"/>
              </a:spcAft>
            </a:pPr>
            <a:r>
              <a:rPr lang="en-IN" sz="1800" kern="100" dirty="0">
                <a:solidFill>
                  <a:srgbClr val="000000"/>
                </a:solidFill>
                <a:effectLst/>
                <a:latin typeface="Calibri" panose="020F0502020204030204" pitchFamily="34" charset="0"/>
                <a:ea typeface="Calibri" panose="020F0502020204030204" pitchFamily="34" charset="0"/>
                <a:cs typeface="Gautami" panose="020B0502040204020203" pitchFamily="34" charset="0"/>
              </a:rPr>
              <a:t>ASSISTANT PROFFESOR - CSIT</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455DC36F-CD52-BB11-1AF1-D4AAADCB45A5}"/>
              </a:ext>
            </a:extLst>
          </p:cNvPr>
          <p:cNvSpPr txBox="1"/>
          <p:nvPr/>
        </p:nvSpPr>
        <p:spPr>
          <a:xfrm>
            <a:off x="494523" y="1670180"/>
            <a:ext cx="11448662" cy="4524315"/>
          </a:xfrm>
          <a:prstGeom prst="rect">
            <a:avLst/>
          </a:prstGeom>
          <a:noFill/>
        </p:spPr>
        <p:txBody>
          <a:bodyPr wrap="square" rtlCol="0">
            <a:spAutoFit/>
          </a:bodyPr>
          <a:lstStyle/>
          <a:p>
            <a:r>
              <a:rPr lang="en-IN" b="1" dirty="0"/>
              <a:t>Predicting sports player performance is an important application of machine learning and data analytics. Player performance depends on several factors, including age, experience, training hours, fitness level, previous performance, and match statistics. </a:t>
            </a:r>
            <a:r>
              <a:rPr lang="en-IN" b="1" dirty="0" err="1"/>
              <a:t>Analyzing</a:t>
            </a:r>
            <a:r>
              <a:rPr lang="en-IN" b="1" dirty="0"/>
              <a:t> these factors can help coaches, sports analysts, and team managers make better decisions.</a:t>
            </a:r>
          </a:p>
          <a:p>
            <a:r>
              <a:rPr lang="en-IN" b="1" dirty="0"/>
              <a:t>This project focuses on developing a predictive model using two machine learning techniques: Ridge Regression and Lasso Regression. These techniques are based on linear regression and use regularization to reduce overfitting and improve model performance. Ridge Regression uses L2 regularization, while Lasso Regression uses L1 regularization. Ridge Regression reduces the magnitude of model coefficients, whereas Lasso Regression can reduce some coefficients to zero, helping identify the most important features.</a:t>
            </a:r>
          </a:p>
          <a:p>
            <a:r>
              <a:rPr lang="en-IN" b="1" dirty="0"/>
              <a:t>The project involves collecting sports player data, performing data preprocessing, conducting exploratory data analysis (EDA), training both regression models, and evaluating their performance using metrics such as Mean Absolute Error (MAE), Mean Squared Error (MSE), and R-squared (R²).</a:t>
            </a:r>
          </a:p>
          <a:p>
            <a:r>
              <a:rPr lang="en-IN" b="1" dirty="0"/>
              <a:t>The results of both models can be compared to identify which technique provides better predictions for the selected dataset. This project demonstrates how machine learning can support sports performance analysis and help identify important factors influencing player performance.</a:t>
            </a:r>
          </a:p>
          <a:p>
            <a:endParaRPr lang="en-IN"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E77A4E5A-E610-E36A-F768-2C45B0E67B87}"/>
              </a:ext>
            </a:extLst>
          </p:cNvPr>
          <p:cNvSpPr txBox="1"/>
          <p:nvPr/>
        </p:nvSpPr>
        <p:spPr>
          <a:xfrm>
            <a:off x="653143" y="1166842"/>
            <a:ext cx="10459616" cy="4524315"/>
          </a:xfrm>
          <a:prstGeom prst="rect">
            <a:avLst/>
          </a:prstGeom>
          <a:noFill/>
        </p:spPr>
        <p:txBody>
          <a:bodyPr wrap="square" rtlCol="0">
            <a:spAutoFit/>
          </a:bodyPr>
          <a:lstStyle/>
          <a:p>
            <a:endParaRPr lang="en-IN" b="1" dirty="0"/>
          </a:p>
          <a:p>
            <a:r>
              <a:rPr lang="en-IN" b="1" dirty="0"/>
              <a:t>Sports analytics has become an important field in modern sports, helping coaches, players, and team managers make data-driven decisions. Player performance depends on various factors, such as age, experience, fitness level, training hours, previous performance, and match statistics. Traditional methods of performance evaluation may not always provide accurate predictions. Therefore, machine learning techniques can be used to </a:t>
            </a:r>
            <a:r>
              <a:rPr lang="en-IN" b="1" dirty="0" err="1"/>
              <a:t>analyze</a:t>
            </a:r>
            <a:r>
              <a:rPr lang="en-IN" b="1" dirty="0"/>
              <a:t> historical data and predict future player performance.</a:t>
            </a:r>
          </a:p>
          <a:p>
            <a:r>
              <a:rPr lang="en-IN" b="1" dirty="0"/>
              <a:t>This project, “Predictive </a:t>
            </a:r>
            <a:r>
              <a:rPr lang="en-IN" b="1" dirty="0" err="1"/>
              <a:t>Modeling</a:t>
            </a:r>
            <a:r>
              <a:rPr lang="en-IN" b="1" dirty="0"/>
              <a:t> of Sports Player Performance Using Ridge and Lasso Regularized Regression Techniques,” aims to develop a predictive model using two machine learning algorithms: Ridge Regression and Lasso Regression. Ridge Regression uses L2 regularization to reduce the impact of large coefficients, while Lasso Regression uses L1 regularization to eliminate less important features by reducing some coefficients to zero. These techniques help control overfitting and improve model reliability.</a:t>
            </a:r>
          </a:p>
          <a:p>
            <a:r>
              <a:rPr lang="en-IN" b="1" dirty="0"/>
              <a:t>The project involves data collection, preprocessing, exploratory data analysis, model training, and performance evaluation. Metrics such as Mean Absolute Error (MAE), Mean Squared Error (MSE), and R-squared (R²) are used to compare both models. The results can help identify a suitable model for predicting sports player performance and support better decision-making in sports analytic</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1360B9A4-CB1E-3D13-DAEE-A2DE09EFA8B6}"/>
              </a:ext>
            </a:extLst>
          </p:cNvPr>
          <p:cNvSpPr txBox="1"/>
          <p:nvPr/>
        </p:nvSpPr>
        <p:spPr>
          <a:xfrm>
            <a:off x="961053" y="1184989"/>
            <a:ext cx="9871788" cy="5078313"/>
          </a:xfrm>
          <a:prstGeom prst="rect">
            <a:avLst/>
          </a:prstGeom>
          <a:noFill/>
        </p:spPr>
        <p:txBody>
          <a:bodyPr wrap="square" rtlCol="0">
            <a:spAutoFit/>
          </a:bodyPr>
          <a:lstStyle/>
          <a:p>
            <a:r>
              <a:rPr lang="en-IN" b="1" dirty="0"/>
              <a:t>Several studies have explored regression techniques and machine learning methods for predicting performance and </a:t>
            </a:r>
            <a:r>
              <a:rPr lang="en-IN" b="1" dirty="0" err="1"/>
              <a:t>analyzing</a:t>
            </a:r>
            <a:r>
              <a:rPr lang="en-IN" b="1" dirty="0"/>
              <a:t> data. Linear Regression is a widely used statistical technique for predicting continuous values by identifying relationships between input variables and target variables. However, it may produce unstable predictions when input features are highly correlated or when the dataset contains many variables.</a:t>
            </a:r>
          </a:p>
          <a:p>
            <a:r>
              <a:rPr lang="en-IN" b="1" dirty="0"/>
              <a:t>Hoerl and Kennard (1970) introduced Ridge Regression, which uses L2 regularization to reduce the magnitude of model coefficients and improve stability. This technique is useful when multiple input features are correlated. </a:t>
            </a:r>
            <a:r>
              <a:rPr lang="en-IN" b="1" dirty="0" err="1"/>
              <a:t>Tibshirani</a:t>
            </a:r>
            <a:r>
              <a:rPr lang="en-IN" b="1" dirty="0"/>
              <a:t> (1996) introduced Lasso Regression, which applies L1 regularization to shrink coefficients and eliminate less important features by setting some coefficients to zero.</a:t>
            </a:r>
          </a:p>
          <a:p>
            <a:r>
              <a:rPr lang="en-IN" b="1" dirty="0"/>
              <a:t>Machine learning has also become increasingly useful in sports analytics for studying player statistics, evaluating performance, and supporting team selection. Historical data, including fitness levels, training hours, experience, and match statistics, can help develop predictive models. Researchers also emphasize the importance of data preprocessing, feature selection, and model evaluation for obtaining reliable predictions.</a:t>
            </a:r>
          </a:p>
          <a:p>
            <a:r>
              <a:rPr lang="en-IN" b="1" dirty="0"/>
              <a:t>This project applies Ridge and Lasso Regression to sports player performance prediction and compares their effectiveness using Mean Absolute Error (MAE), Mean Squared Error (MSE), and R-squared (R²). The comparison helps identify a suitable regression technique for the selected dataset.</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2D91B7A2-A156-20AA-BE6F-E44E2AD5872A}"/>
              </a:ext>
            </a:extLst>
          </p:cNvPr>
          <p:cNvSpPr txBox="1"/>
          <p:nvPr/>
        </p:nvSpPr>
        <p:spPr>
          <a:xfrm>
            <a:off x="1234750" y="2036620"/>
            <a:ext cx="9722497" cy="3139321"/>
          </a:xfrm>
          <a:prstGeom prst="rect">
            <a:avLst/>
          </a:prstGeom>
          <a:noFill/>
        </p:spPr>
        <p:txBody>
          <a:bodyPr wrap="square" rtlCol="0">
            <a:spAutoFit/>
          </a:bodyPr>
          <a:lstStyle/>
          <a:p>
            <a:endParaRPr lang="en-IN" b="1" dirty="0"/>
          </a:p>
          <a:p>
            <a:r>
              <a:rPr lang="en-IN" b="1" dirty="0"/>
              <a:t>Predicting sports player performance accurately is a challenging task because it depends on various factors, including age, experience, fitness level, training hours, and previous match statistics. Traditional performance evaluation methods may not always provide reliable predictions or identify the most influential factors. Additionally, conventional Linear Regression can suffer from overfitting and unstable coefficient estimates when input features are highly correlated. Therefore, this project aims to develop a machine learning model using Ridge Regression and Lasso Regression techniques to predict sports player performance. The models are evaluated and compared using Mean Absolute Error (MAE), Mean Squared Error (MSE), and R-squared (R²) to determine their predictive performance and suitability for the selected dataset.</a:t>
            </a:r>
          </a:p>
          <a:p>
            <a:endParaRPr lang="en-IN"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0B1CC73A-DE66-4DC6-A8A4-E12EB15DC22C}"/>
              </a:ext>
            </a:extLst>
          </p:cNvPr>
          <p:cNvSpPr txBox="1"/>
          <p:nvPr/>
        </p:nvSpPr>
        <p:spPr>
          <a:xfrm>
            <a:off x="625151" y="1446245"/>
            <a:ext cx="9728524" cy="4524315"/>
          </a:xfrm>
          <a:prstGeom prst="rect">
            <a:avLst/>
          </a:prstGeom>
          <a:noFill/>
        </p:spPr>
        <p:txBody>
          <a:bodyPr wrap="square" rtlCol="0">
            <a:spAutoFit/>
          </a:bodyPr>
          <a:lstStyle/>
          <a:p>
            <a:endParaRPr lang="en-IN" b="1" dirty="0"/>
          </a:p>
          <a:p>
            <a:r>
              <a:rPr lang="en-IN" b="1" dirty="0"/>
              <a:t>The project focuses on predicting sports player performance using Ridge Regression and Lasso Regression techniques. The dataset is </a:t>
            </a:r>
            <a:r>
              <a:rPr lang="en-IN" b="1" dirty="0" err="1"/>
              <a:t>preprocessed</a:t>
            </a:r>
            <a:r>
              <a:rPr lang="en-IN" b="1" dirty="0"/>
              <a:t> by handling missing values, removing duplicate records where necessary, selecting relevant features, and scaling numerical variables. The processed dataset is divided into training and testing sets for model development and evaluation.</a:t>
            </a:r>
          </a:p>
          <a:p>
            <a:r>
              <a:rPr lang="en-IN" b="1" dirty="0"/>
              <a:t>Both regression models are trained using historical sports player statistics to predict performance scores. Their predictive performance is evaluated using Mean Absolute Error (MAE), Mean Squared Error (MSE), and R-squared (R²). Lower MAE and MSE values indicate smaller prediction errors, while a higher R² score generally indicates that the model explains a greater proportion of the variation in player performance.</a:t>
            </a:r>
          </a:p>
          <a:p>
            <a:r>
              <a:rPr lang="en-IN" b="1" dirty="0"/>
              <a:t>Ridge Regression helps control large coefficient values and improves model stability when input features are correlated. Lasso Regression can identify important features by reducing less useful coefficients to zero. Comparing these models helps determine which technique is more suitable for the selected dataset.</a:t>
            </a:r>
          </a:p>
          <a:p>
            <a:endParaRPr lang="en-IN" dirty="0"/>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32F383FF-DE9F-8A02-9D0B-DB7856F91867}"/>
              </a:ext>
            </a:extLst>
          </p:cNvPr>
          <p:cNvSpPr txBox="1"/>
          <p:nvPr/>
        </p:nvSpPr>
        <p:spPr>
          <a:xfrm>
            <a:off x="1184988" y="1548882"/>
            <a:ext cx="9010480" cy="3139321"/>
          </a:xfrm>
          <a:prstGeom prst="rect">
            <a:avLst/>
          </a:prstGeom>
          <a:noFill/>
        </p:spPr>
        <p:txBody>
          <a:bodyPr wrap="none" rtlCol="0">
            <a:spAutoFit/>
          </a:bodyPr>
          <a:lstStyle/>
          <a:p>
            <a:pPr lvl="0"/>
            <a:r>
              <a:rPr lang="en-IN" b="1" dirty="0"/>
              <a:t>Operating System: Windows 10/11, macOS, or Linux (Ubuntu 20.04+)</a:t>
            </a:r>
            <a:endParaRPr lang="en-IN" sz="2400" b="1" dirty="0"/>
          </a:p>
          <a:p>
            <a:pPr lvl="0"/>
            <a:r>
              <a:rPr lang="en-IN" b="1" dirty="0"/>
              <a:t>Programming Language: Python 3.9+</a:t>
            </a:r>
            <a:endParaRPr lang="en-IN" sz="2400" b="1" dirty="0"/>
          </a:p>
          <a:p>
            <a:pPr lvl="0"/>
            <a:r>
              <a:rPr lang="en-IN" b="1" dirty="0"/>
              <a:t>Core Machine Learning Libraries:</a:t>
            </a:r>
            <a:endParaRPr lang="en-IN" sz="2400" b="1" dirty="0"/>
          </a:p>
          <a:p>
            <a:pPr lvl="1"/>
            <a:r>
              <a:rPr lang="en-IN" b="1" dirty="0"/>
              <a:t>Scikit-learn (for Ridge, Lasso models, cross-validation, and metrics evaluation)</a:t>
            </a:r>
            <a:endParaRPr lang="en-IN" sz="2400" b="1" dirty="0"/>
          </a:p>
          <a:p>
            <a:pPr lvl="0"/>
            <a:r>
              <a:rPr lang="en-IN" b="1" dirty="0"/>
              <a:t>Data Processing &amp; Scientific Computing:</a:t>
            </a:r>
            <a:endParaRPr lang="en-IN" sz="2400" b="1" dirty="0"/>
          </a:p>
          <a:p>
            <a:pPr lvl="1"/>
            <a:r>
              <a:rPr lang="en-IN" b="1" dirty="0"/>
              <a:t>Pandas (data manipulation and cleaning)</a:t>
            </a:r>
            <a:endParaRPr lang="en-IN" sz="2400" b="1" dirty="0"/>
          </a:p>
          <a:p>
            <a:pPr lvl="1"/>
            <a:r>
              <a:rPr lang="en-IN" b="1" dirty="0"/>
              <a:t>NumPy (numerical operations and linear algebra)</a:t>
            </a:r>
            <a:endParaRPr lang="en-IN" sz="2400" b="1" dirty="0"/>
          </a:p>
          <a:p>
            <a:pPr lvl="0"/>
            <a:r>
              <a:rPr lang="en-IN" b="1" dirty="0"/>
              <a:t>Data Visualization:</a:t>
            </a:r>
            <a:endParaRPr lang="en-IN" sz="2400" b="1" dirty="0"/>
          </a:p>
          <a:p>
            <a:pPr lvl="1"/>
            <a:r>
              <a:rPr lang="en-IN" b="1" dirty="0"/>
              <a:t>Matplotlib &amp; Seaborn (plotting feature weights, residual plots, and metrics comparison)</a:t>
            </a:r>
            <a:endParaRPr lang="en-IN" sz="2400" b="1" dirty="0"/>
          </a:p>
          <a:p>
            <a:pPr lvl="0"/>
            <a:r>
              <a:rPr lang="en-IN" b="1" dirty="0"/>
              <a:t>Development Environment: Jupyter Notebook / Google </a:t>
            </a:r>
            <a:r>
              <a:rPr lang="en-IN" b="1" dirty="0" err="1"/>
              <a:t>Colab</a:t>
            </a:r>
            <a:r>
              <a:rPr lang="en-IN" b="1" dirty="0"/>
              <a:t> / VS Code</a:t>
            </a:r>
            <a:endParaRPr lang="en-IN" sz="2400" b="1" dirty="0"/>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9506CBB5-99B9-6228-614B-822ECBB64D59}"/>
              </a:ext>
            </a:extLst>
          </p:cNvPr>
          <p:cNvSpPr txBox="1"/>
          <p:nvPr/>
        </p:nvSpPr>
        <p:spPr>
          <a:xfrm>
            <a:off x="777745" y="1660849"/>
            <a:ext cx="10636510" cy="3970318"/>
          </a:xfrm>
          <a:prstGeom prst="rect">
            <a:avLst/>
          </a:prstGeom>
          <a:noFill/>
        </p:spPr>
        <p:txBody>
          <a:bodyPr wrap="square" rtlCol="0">
            <a:spAutoFit/>
          </a:bodyPr>
          <a:lstStyle/>
          <a:p>
            <a:endParaRPr lang="en-IN" b="1" dirty="0"/>
          </a:p>
          <a:p>
            <a:r>
              <a:rPr lang="en-IN" b="1" dirty="0"/>
              <a:t>This project focuses on predicting sports player performance using Ridge Regression and Lasso Regression techniques. These machine learning algorithms help </a:t>
            </a:r>
            <a:r>
              <a:rPr lang="en-IN" b="1" dirty="0" err="1"/>
              <a:t>analyze</a:t>
            </a:r>
            <a:r>
              <a:rPr lang="en-IN" b="1" dirty="0"/>
              <a:t> historical player statistics and predict performance based on relevant factors such as age, experience, fitness level, training hours, and previous match performance.</a:t>
            </a:r>
          </a:p>
          <a:p>
            <a:r>
              <a:rPr lang="en-IN" b="1" dirty="0"/>
              <a:t>Ridge Regression uses L2 regularization to reduce the magnitude of model coefficients, while Lasso Regression uses L1 regularization to identify important features by reducing some coefficients to zero. Both techniques help control overfitting and improve model reliability. The models are evaluated using Mean Absolute Error (MAE), Mean Squared Error (MSE), and R-squared (R²) to compare their predictive performance.</a:t>
            </a:r>
          </a:p>
          <a:p>
            <a:r>
              <a:rPr lang="en-IN" b="1" dirty="0"/>
              <a:t>The project demonstrates the usefulness of machine learning in sports analytics and data-driven decision-making. The developed approach can assist coaches and sports analysts in evaluating players and understanding performance-related factors. The most suitable model can be selected based on the actual evaluation results. In the future, the system can be improved by using larger datasets, advanced machi</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89EF27D9-637D-49A6-8DB5-6144D0010EE6}"/>
              </a:ext>
            </a:extLst>
          </p:cNvPr>
          <p:cNvSpPr txBox="1"/>
          <p:nvPr/>
        </p:nvSpPr>
        <p:spPr>
          <a:xfrm>
            <a:off x="158620" y="933061"/>
            <a:ext cx="11224727" cy="6186309"/>
          </a:xfrm>
          <a:prstGeom prst="rect">
            <a:avLst/>
          </a:prstGeom>
          <a:noFill/>
        </p:spPr>
        <p:txBody>
          <a:bodyPr wrap="square" rtlCol="0">
            <a:spAutoFit/>
          </a:bodyPr>
          <a:lstStyle/>
          <a:p>
            <a:endParaRPr lang="en-IN" b="1" dirty="0"/>
          </a:p>
          <a:p>
            <a:r>
              <a:rPr lang="en-IN" b="1" dirty="0"/>
              <a:t>The project, “Predictive </a:t>
            </a:r>
            <a:r>
              <a:rPr lang="en-IN" b="1" dirty="0" err="1"/>
              <a:t>Modeling</a:t>
            </a:r>
            <a:r>
              <a:rPr lang="en-IN" b="1" dirty="0"/>
              <a:t> of Sports Player Performance Using Ridge and Lasso Regularized Regression Techniques,” can be further improved by incorporating advanced technologies and larger datasets. Future developments may include the following:</a:t>
            </a:r>
          </a:p>
          <a:p>
            <a:pPr lvl="0"/>
            <a:r>
              <a:rPr lang="en-IN" b="1" dirty="0"/>
              <a:t>Larger Datasets: Using sports data from multiple teams, seasons, and competitions can improve the model's ability to learn performance patterns.</a:t>
            </a:r>
          </a:p>
          <a:p>
            <a:pPr lvl="0"/>
            <a:r>
              <a:rPr lang="en-IN" b="1" dirty="0"/>
              <a:t>Advanced Machine Learning Algorithms: Algorithms such as Random Forest, Decision Tree, </a:t>
            </a:r>
            <a:r>
              <a:rPr lang="en-IN" b="1" dirty="0" err="1"/>
              <a:t>XGBoost</a:t>
            </a:r>
            <a:r>
              <a:rPr lang="en-IN" b="1" dirty="0"/>
              <a:t>, and Gradient Boosting can be implemented and compared with Ridge and Lasso Regression.</a:t>
            </a:r>
          </a:p>
          <a:p>
            <a:pPr lvl="0"/>
            <a:r>
              <a:rPr lang="en-IN" b="1" dirty="0"/>
              <a:t>Real-Time Prediction: Live match statistics can be integrated to provide updated player performance predictions.</a:t>
            </a:r>
          </a:p>
          <a:p>
            <a:pPr lvl="0"/>
            <a:r>
              <a:rPr lang="en-IN" b="1" dirty="0"/>
              <a:t>Player Fitness Analysis: Fitness levels, training intensity, and workload data can be included to study their relationship with player performance.</a:t>
            </a:r>
          </a:p>
          <a:p>
            <a:pPr lvl="0"/>
            <a:r>
              <a:rPr lang="en-IN" b="1" dirty="0"/>
              <a:t>Feature Selection: Advanced feature selection techniques can help identify the most influential factors affecting performance.</a:t>
            </a:r>
          </a:p>
          <a:p>
            <a:pPr lvl="0"/>
            <a:r>
              <a:rPr lang="en-IN" b="1" dirty="0"/>
              <a:t>Web Application Development: The model can be integrated into a web application using Flask or </a:t>
            </a:r>
            <a:r>
              <a:rPr lang="en-IN" b="1" dirty="0" err="1"/>
              <a:t>Streamlit</a:t>
            </a:r>
            <a:r>
              <a:rPr lang="en-IN" b="1" dirty="0"/>
              <a:t>, allowing users to enter player statistics and view predicted results.</a:t>
            </a:r>
          </a:p>
          <a:p>
            <a:pPr lvl="0"/>
            <a:r>
              <a:rPr lang="en-IN" b="1" dirty="0"/>
              <a:t>Model Optimization: Cross-validation and hyperparameter tuning can improve model performance and help identify suitable parameter values.</a:t>
            </a:r>
          </a:p>
          <a:p>
            <a:pPr lvl="0"/>
            <a:r>
              <a:rPr lang="en-IN" b="1" dirty="0"/>
              <a:t>Sport-Specific Prediction: Separate models can be developed for cricket, football, basketball, and other sports using relevant performance indicators.</a:t>
            </a:r>
          </a:p>
          <a:p>
            <a:r>
              <a:rPr lang="en-IN" b="1" dirty="0"/>
              <a:t>These improvements can make the system more efficient, accurate, and useful for sports performance analysis and decision-making.</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1578</Words>
  <Application>Microsoft Office PowerPoint</Application>
  <PresentationFormat>Widescreen</PresentationFormat>
  <Paragraphs>70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MACHINE LEARNING (25SC2107E)  Predictive Modeling of Sports Player Performance Using Ridge and Lasso Regularized Regression Techniques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Krithik Reddy</cp:lastModifiedBy>
  <cp:revision>20</cp:revision>
  <dcterms:created xsi:type="dcterms:W3CDTF">2024-08-29T05:25:00Z</dcterms:created>
  <dcterms:modified xsi:type="dcterms:W3CDTF">2026-10-13T14:10:35Z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